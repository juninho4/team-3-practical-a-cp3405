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0bba56a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a0bba56a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9020487f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9020487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10e95f4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10e95f4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c988a8b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c988a8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c988a8b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c988a8b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c90a43b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c90a43b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106501c0f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106501c0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c988a8b9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c988a8b9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c90a43b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c90a43b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106501c0f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106501c0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c90a43b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c90a43b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852d3e6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852d3e6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cfdd1260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cfdd1260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ecision.m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juninho4/Team-3-Practical-A-CP3405/blob/main/vW24/agents/almanac/week4_almanac.ipynb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1630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Stock Market Predictions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214300" y="3531750"/>
            <a:ext cx="4715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3 Practical 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7992600" y="4350900"/>
            <a:ext cx="11514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97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Goal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496100" y="1503750"/>
            <a:ext cx="6151800" cy="26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Evaluate Week 24 prediction accuracy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Collect market evidence and perform analysis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Compare outputs from multiple AI models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Produce and document the market prediction.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Identify strengths and weaknesses in our forecasting process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Make an automation system for gathering data from predefined sources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214300" y="4186775"/>
            <a:ext cx="4715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Applying Scrum Techniques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7992600" y="4350900"/>
            <a:ext cx="11514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97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Done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1670825"/>
            <a:ext cx="398730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Market evidence collected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Agent Analyses completed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Four AI model outputs generated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Human review conducted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845000" y="1670813"/>
            <a:ext cx="398730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Final prediction documented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Previous prediction evaluated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Github repository updated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Data mining automation system finished and works,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DECISION.md</a:t>
            </a:r>
            <a:r>
              <a:rPr lang="en" sz="1800">
                <a:solidFill>
                  <a:schemeClr val="dk2"/>
                </a:solidFill>
              </a:rPr>
              <a:t> added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101100" y="4408350"/>
            <a:ext cx="55122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M̶a̶x̶i̶m̶i̶z̶i̶n̶g̶ ̶p̶r̶e̶d̶i̶c̶t̶i̶o̶n̶ ̶a̶c̶c̶u̶r̶a̶c̶y̶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7992600" y="4350900"/>
            <a:ext cx="11514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311700" y="297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1113600" y="1055225"/>
            <a:ext cx="21912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Tier 2</a:t>
            </a:r>
            <a:endParaRPr sz="23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462775" y="2308776"/>
            <a:ext cx="3987300" cy="21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Most repetitive manual task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Provides immediate value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Realistic to build in 5 days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Creates a foundation for future automation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258700" y="0"/>
            <a:ext cx="39147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Markets were positive</a:t>
            </a:r>
            <a:endParaRPr sz="22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Small caps strongest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Lower market fear</a:t>
            </a:r>
            <a:endParaRPr sz="2600"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12779" l="6378" r="8005" t="19032"/>
          <a:stretch/>
        </p:blipFill>
        <p:spPr>
          <a:xfrm>
            <a:off x="2142600" y="1361375"/>
            <a:ext cx="7001389" cy="378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4122483" y="-19782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145750" y="4086050"/>
            <a:ext cx="813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https://github.com/juninho4/Team-3-Practical-A-CP3405/blob/main/vW24/agents/almanac/week4_almanac.ipynb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3" name="Google Shape;93;p18" title="july_vital_statist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450" y="462425"/>
            <a:ext cx="3009073" cy="34463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3865425" y="1701425"/>
            <a:ext cx="50601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In July, the seasonal outlook improves significantly.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The S&amp;P 500 average July return is +1.3%.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The Midterm Election Year return is also +1.3%.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</a:rPr>
              <a:t>July is historically the strongest month of the third quarter and ranks #4 overall for the S&amp;P 500.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Therefore, the outlook from Bearish in June to Bullish in July. </a:t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586"/>
            <a:ext cx="9143999" cy="5099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286000" y="28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/>
              <a:t>R7</a:t>
            </a:r>
            <a:r>
              <a:rPr b="1" lang="en" sz="2650"/>
              <a:t> </a:t>
            </a:r>
            <a:r>
              <a:rPr lang="en" sz="2650"/>
              <a:t> </a:t>
            </a:r>
            <a:endParaRPr sz="2650"/>
          </a:p>
        </p:txBody>
      </p:sp>
      <p:sp>
        <p:nvSpPr>
          <p:cNvPr id="118" name="Google Shape;118;p22"/>
          <p:cNvSpPr txBox="1"/>
          <p:nvPr/>
        </p:nvSpPr>
        <p:spPr>
          <a:xfrm>
            <a:off x="798325" y="1151200"/>
            <a:ext cx="54201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Core Metric: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Total Human Score: +7 (Strong Bullish Regime)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Pillars: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Technical Structure (+2) &amp; AI Agreement Quality (+2):</a:t>
            </a:r>
            <a:r>
              <a:rPr lang="en" sz="1100">
                <a:solidFill>
                  <a:schemeClr val="dk1"/>
                </a:solidFill>
              </a:rPr>
              <a:t> Unanimous AI alignment; broad-based recovery as SPX, NDX, and IWM successfully reclaim daily EMA20.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Macro / News Weight (+1):</a:t>
            </a:r>
            <a:r>
              <a:rPr lang="en" sz="1100">
                <a:solidFill>
                  <a:schemeClr val="dk1"/>
                </a:solidFill>
              </a:rPr>
              <a:t> Fed rate stability (97.4% pause probability at 3.75%) and falling oil prices act as tailwinds, tempered by a rising 10Y yield (4.48%).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Almanac Seasonal Weight (+1):</a:t>
            </a:r>
            <a:r>
              <a:rPr lang="en" sz="1100">
                <a:solidFill>
                  <a:schemeClr val="dk1"/>
                </a:solidFill>
              </a:rPr>
              <a:t> July historical strength (Midterm July ranks #3) vs. immediate NASDAQ seasonal headwinds.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Wild Card / Human Insight (+1):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Rotation Setup Detected.</a:t>
            </a:r>
            <a:r>
              <a:rPr lang="en" sz="1100">
                <a:solidFill>
                  <a:schemeClr val="dk1"/>
                </a:solidFill>
              </a:rPr>
              <a:t> Rising yields + tech seasonal drag indicate mega-cap stagnation, creating an entry window for small-cap outperformance.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R7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91650" y="1137025"/>
            <a:ext cx="482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Strategic Position: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Directional Alignment with AI, Adjustment in Magnitude &amp; Relative Strength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Relative Strength Ranking: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IWM (Strongest) &gt; SPX &gt; NDX (Weakest)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Final Predicted Weekly Ranges: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SPX (S&amp;P 500):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+0.5% to +1.5%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(Aligned with AI consensus)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NDX (Nasdaq 100):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+0.5% to +1.8%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(Capped lower than ChatGPT's +2.5% due to yield headwinds)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IWM (Russell 2000):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+1.0% to +2.5%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(Betting on broadening participation &amp; small-cap surge)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401200" y="3479750"/>
            <a:ext cx="46704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Critical Invalidation Conditions: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FOMC delivers a hawkish surprise or an unexpected panic rate cut on June 18.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Major indices lose momentum and close the week below their 20-day EMA support.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115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R9</a:t>
            </a:r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658125" y="982125"/>
            <a:ext cx="3523500" cy="3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Responsibilities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Organised the repository structure into vW22, vW23 and vW24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Managed project files and documentation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Maintained README and repository consistency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Created the vW24 release tag for submission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4495500" y="992250"/>
            <a:ext cx="37968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Outcome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Improved repository organisation and navigation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Ensured all weekly deliverables were stored correctly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Supported team collaboration through GitHub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171050" y="1017725"/>
            <a:ext cx="2993400" cy="37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Overview</a:t>
            </a:r>
            <a:endParaRPr b="1" sz="19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Communication through Discord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Sprint duration: 3 days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Clearer role allocation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Better teamwork and execution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3225550" y="1058700"/>
            <a:ext cx="3213000" cy="30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Key Progress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R8 uploaded data early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R3 uploaded weather forecast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R5, R6, R7, R9, and R2 completed tasks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GitHub and documentation completed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6340775" y="1139125"/>
            <a:ext cx="27000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Main Blocker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One number leave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issue was resolved through communication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467550" y="471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320625" y="1136200"/>
            <a:ext cx="2467800" cy="3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Went Well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Clear responsibilities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Good communication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Regular progress updates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Most work completed on time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3178650" y="1136200"/>
            <a:ext cx="2748900" cy="26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We Learned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clear Sprint Goal improves focus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Early discussion reduces confusion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Regular updates help identify blockers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6239250" y="1044500"/>
            <a:ext cx="2748900" cy="3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I</a:t>
            </a:r>
            <a:r>
              <a:rPr b="1" lang="en" sz="1700">
                <a:solidFill>
                  <a:schemeClr val="dk1"/>
                </a:solidFill>
              </a:rPr>
              <a:t>mprovements for Next Sprint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More frequent progress updates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Clarify requirements earlier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Escalate missing work sooner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