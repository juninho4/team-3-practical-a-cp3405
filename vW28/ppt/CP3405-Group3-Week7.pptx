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0bba56a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0bba56a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e32be03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e32be03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21a569f0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21a569f0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c988a8b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c988a8b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90a43b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c90a43b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106501c0f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106501c0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2120f9dc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2120f9dc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c988a8b9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c988a8b9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90a43b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c90a43b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06501c0f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106501c0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90a43b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c90a43b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120f9dc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2120f9dc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juninho4/Team-3-Practical-A-CP3405/blob/main/vW25/evidence/R3%20Almanac%20System.ipynb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1630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Stock Market Predictions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W28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14300" y="3531750"/>
            <a:ext cx="471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3 Practical 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7992600" y="4350900"/>
            <a:ext cx="11514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97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Goal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089750" y="1716400"/>
            <a:ext cx="69645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Automate the continuation parts of the forecasting overflow.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Produce a sealed Week 25 market prediction.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Expand the data mining script to 11 new sectors.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Apply Scrum Principles.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Ensure the script for the agents are using the data generated from the data mining script.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800" y="1316100"/>
            <a:ext cx="6837200" cy="38725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8350" y="60025"/>
            <a:ext cx="441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Market growth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Key industries decline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200" y="186075"/>
            <a:ext cx="4715076" cy="242272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67500" y="77700"/>
            <a:ext cx="4207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Run automatically locally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Access permission issues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Call issues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Languages </a:t>
            </a:r>
            <a:r>
              <a:rPr lang="en" sz="2400">
                <a:solidFill>
                  <a:schemeClr val="dk2"/>
                </a:solidFill>
              </a:rPr>
              <a:t>issues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Storage address issues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9100" y="3053175"/>
            <a:ext cx="5263800" cy="151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r6_sector_1W_2026-W28_XL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31300"/>
            <a:ext cx="3946705" cy="23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ctrTitle"/>
          </p:nvPr>
        </p:nvSpPr>
        <p:spPr>
          <a:xfrm>
            <a:off x="4122483" y="-19782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145750" y="4086050"/>
            <a:ext cx="8131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https://github.com/juninho4/Team-3-Practical-A-CP3405/blob/main/vW25/evidence/R3%20Almanac%20System.ipynb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907075" y="1701425"/>
            <a:ext cx="5060100" cy="21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results show that September is historically the weakest month for the S&amp;P 500. It ranks </a:t>
            </a:r>
            <a:r>
              <a:rPr b="1" lang="en" sz="1100">
                <a:solidFill>
                  <a:schemeClr val="dk1"/>
                </a:solidFill>
              </a:rPr>
              <a:t>12th</a:t>
            </a:r>
            <a:r>
              <a:rPr lang="en" sz="1100">
                <a:solidFill>
                  <a:schemeClr val="dk1"/>
                </a:solidFill>
              </a:rPr>
              <a:t>, has </a:t>
            </a:r>
            <a:r>
              <a:rPr b="1" lang="en" sz="1100">
                <a:solidFill>
                  <a:schemeClr val="dk1"/>
                </a:solidFill>
              </a:rPr>
              <a:t>33 up years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41 down years</a:t>
            </a:r>
            <a:r>
              <a:rPr lang="en" sz="1100">
                <a:solidFill>
                  <a:schemeClr val="dk1"/>
                </a:solidFill>
              </a:rPr>
              <a:t>, with an </a:t>
            </a:r>
            <a:r>
              <a:rPr b="1" lang="en" sz="1100">
                <a:solidFill>
                  <a:schemeClr val="dk1"/>
                </a:solidFill>
              </a:rPr>
              <a:t>average return of -0.7%</a:t>
            </a:r>
            <a:r>
              <a:rPr lang="en" sz="1100">
                <a:solidFill>
                  <a:schemeClr val="dk1"/>
                </a:solidFill>
              </a:rPr>
              <a:t> and a </a:t>
            </a:r>
            <a:r>
              <a:rPr b="1" lang="en" sz="1100">
                <a:solidFill>
                  <a:schemeClr val="dk1"/>
                </a:solidFill>
              </a:rPr>
              <a:t>midterm return of -0.8%</a:t>
            </a:r>
            <a:r>
              <a:rPr lang="en" sz="1100">
                <a:solidFill>
                  <a:schemeClr val="dk1"/>
                </a:solidFill>
              </a:rPr>
              <a:t>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July                                        Bullish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August                                   Weak / Slightly Bearish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September                             Strong Bearish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4" name="Google Shape;84;p17" title="Week6-september_vital_statist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175" y="304800"/>
            <a:ext cx="2922717" cy="3781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4294967295" type="subTitle"/>
          </p:nvPr>
        </p:nvSpPr>
        <p:spPr>
          <a:xfrm>
            <a:off x="237900" y="218850"/>
            <a:ext cx="471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" y="0"/>
            <a:ext cx="91439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屏幕截图 2026-07-13 0945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075" y="1266725"/>
            <a:ext cx="4833925" cy="38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 title="屏幕截图 2026-07-13 1105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50" y="87323"/>
            <a:ext cx="4603726" cy="11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286000" y="28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/>
              <a:t>R7</a:t>
            </a:r>
            <a:r>
              <a:rPr b="1" lang="en" sz="2650"/>
              <a:t> </a:t>
            </a:r>
            <a:r>
              <a:rPr lang="en" sz="2650"/>
              <a:t> </a:t>
            </a:r>
            <a:endParaRPr sz="2650"/>
          </a:p>
        </p:txBody>
      </p:sp>
      <p:sp>
        <p:nvSpPr>
          <p:cNvPr id="111" name="Google Shape;111;p22"/>
          <p:cNvSpPr txBox="1"/>
          <p:nvPr/>
        </p:nvSpPr>
        <p:spPr>
          <a:xfrm>
            <a:off x="798325" y="1151200"/>
            <a:ext cx="68607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Core Metric: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Total Human Score: -1 (Neutral / Uncertain Regime)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Pillars: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Technical Structure (+1):</a:t>
            </a:r>
            <a:r>
              <a:rPr lang="en" sz="1100">
                <a:solidFill>
                  <a:schemeClr val="dk1"/>
                </a:solidFill>
              </a:rPr>
              <a:t> Bullish price action and upward momentum across SPX and NDX provide a steady baseline floor.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Macro / News Weight (-1):</a:t>
            </a:r>
            <a:r>
              <a:rPr lang="en" sz="1100">
                <a:solidFill>
                  <a:schemeClr val="dk1"/>
                </a:solidFill>
              </a:rPr>
              <a:t> Hawkish macro conditions persist, actively capping upside breakout potential.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Almanac Seasonal Weight (-1):</a:t>
            </a:r>
            <a:r>
              <a:rPr lang="en" sz="1100">
                <a:solidFill>
                  <a:schemeClr val="dk1"/>
                </a:solidFill>
              </a:rPr>
              <a:t> Mixed transition phase as slight bearish August seasonal headwinds begin to emerge.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Agreement Quality (-1):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Data Corruption Penalty.</a:t>
            </a:r>
            <a:r>
              <a:rPr lang="en" sz="1100">
                <a:solidFill>
                  <a:schemeClr val="dk1"/>
                </a:solidFill>
              </a:rPr>
              <a:t> Gemini and DeepSeek outputs suffered extraction failures ("Not Found"). Blind reliance on R6's generic "Bullish" synthesis is mathematically unsafe.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Wild Card / Human Insight (+1):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Symmetry in Neutrality.</a:t>
            </a:r>
            <a:r>
              <a:rPr lang="en" sz="1100">
                <a:solidFill>
                  <a:schemeClr val="dk1"/>
                </a:solidFill>
              </a:rPr>
              <a:t> ChatGPT and Claude explicitly converged on a "Neutral" regime bracketed by near-identical downside floors (-0.5%) and upside caps (+1.0%).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R7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91650" y="1137025"/>
            <a:ext cx="6493200" cy="39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Strategic Position: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Active Directional Override (From Bullish to Neutral)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Relative Strength Ranking: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NDX &gt; SPX &gt; IWM (Weakest / Flat)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Final Predicted Weekly Ranges (Human Refinement):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SPX (S&amp;P 500):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-0.5% to +1.0%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(Perfect overlay of ChatGPT &amp; Claude brackets)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NDX (Nasdaq 100):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-0.3% to +1.5%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(Tech-driven resilience, but capped by macro)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IWM (Russell 2000):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-1.0% to +1.0%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(Neutral/Flat; small caps paralyzed by hawkish rates)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Critical Invalidation Conditions: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Upside Invalidation:</a:t>
            </a:r>
            <a:r>
              <a:rPr lang="en" sz="1100">
                <a:solidFill>
                  <a:schemeClr val="dk1"/>
                </a:solidFill>
              </a:rPr>
              <a:t> Major macro cooling or dovish central bank commentary driving SPX past +1.0%.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Downside Invalidation:</a:t>
            </a:r>
            <a:r>
              <a:rPr lang="en" sz="1100">
                <a:solidFill>
                  <a:schemeClr val="dk1"/>
                </a:solidFill>
              </a:rPr>
              <a:t> Broad technical breakdown below short-term support, pushing indices past the -0.5% boundary.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115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R9</a:t>
            </a:r>
            <a:endParaRPr/>
          </a:p>
        </p:txBody>
      </p:sp>
      <p:sp>
        <p:nvSpPr>
          <p:cNvPr id="123" name="Google Shape;123;p24"/>
          <p:cNvSpPr txBox="1"/>
          <p:nvPr/>
        </p:nvSpPr>
        <p:spPr>
          <a:xfrm>
            <a:off x="658125" y="992250"/>
            <a:ext cx="3523500" cy="3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Responsibilities</a:t>
            </a:r>
            <a:endParaRPr b="1" sz="2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Collected team members' work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Organised files and documents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Managed weekly deliverables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Prepared submission materials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4495500" y="992250"/>
            <a:ext cx="37968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Outcome</a:t>
            </a:r>
            <a:endParaRPr b="1" sz="2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Improved file organisation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Ensured all work was included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Reduced version confusion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Supported team submission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146600" y="1017725"/>
            <a:ext cx="2748900" cy="3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Role:</a:t>
            </a:r>
            <a:r>
              <a:rPr lang="en" sz="1300">
                <a:solidFill>
                  <a:schemeClr val="dk1"/>
                </a:solidFill>
              </a:rPr>
              <a:t> R2 Scrum Master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Sprint Duration:</a:t>
            </a:r>
            <a:r>
              <a:rPr lang="en" sz="1300">
                <a:solidFill>
                  <a:schemeClr val="dk1"/>
                </a:solidFill>
              </a:rPr>
              <a:t> 2 Days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Communication:</a:t>
            </a:r>
            <a:r>
              <a:rPr lang="en" sz="1300">
                <a:solidFill>
                  <a:schemeClr val="dk1"/>
                </a:solidFill>
              </a:rPr>
              <a:t> Discord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Focus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Track team progress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Follow up on role updates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Prepare for role switching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2822225" y="751425"/>
            <a:ext cx="3127500" cy="3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 What Went Well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R5 completed the assigned work.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R10 completed Week 28 &amp; 29 logs.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Team started discussing role switching.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Team communication remained active.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 Challenges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R6 did not provide a progress update.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Some members reported progress only after reminders.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6145325" y="818550"/>
            <a:ext cx="2871000" cy="4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Actions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Follow up on missing progress earlier.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Encourage regular Discord updates.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Finalise role switching before the next sprint.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Continue improving team communication.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Summary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sprint was short but productive. Most planned work progressed well, and the team is preparing for the final assessment through better communication and coordination.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